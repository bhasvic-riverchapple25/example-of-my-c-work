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223DC7-19BC-4927-8C02-C4C5C338FE4C}" v="8" dt="2024-06-28T12:11:38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Griffiths" userId="1c57746c-d55f-46ec-a6b0-f12b15460f68" providerId="ADAL" clId="{F8223DC7-19BC-4927-8C02-C4C5C338FE4C}"/>
    <pc:docChg chg="undo custSel delSld modSld">
      <pc:chgData name="Jack Griffiths" userId="1c57746c-d55f-46ec-a6b0-f12b15460f68" providerId="ADAL" clId="{F8223DC7-19BC-4927-8C02-C4C5C338FE4C}" dt="2024-06-28T12:11:50.959" v="312" actId="47"/>
      <pc:docMkLst>
        <pc:docMk/>
      </pc:docMkLst>
      <pc:sldChg chg="delSp modSp mod modClrScheme chgLayout">
        <pc:chgData name="Jack Griffiths" userId="1c57746c-d55f-46ec-a6b0-f12b15460f68" providerId="ADAL" clId="{F8223DC7-19BC-4927-8C02-C4C5C338FE4C}" dt="2024-06-25T08:42:56.259" v="81" actId="20577"/>
        <pc:sldMkLst>
          <pc:docMk/>
          <pc:sldMk cId="1006522462" sldId="256"/>
        </pc:sldMkLst>
        <pc:spChg chg="mod ord">
          <ac:chgData name="Jack Griffiths" userId="1c57746c-d55f-46ec-a6b0-f12b15460f68" providerId="ADAL" clId="{F8223DC7-19BC-4927-8C02-C4C5C338FE4C}" dt="2024-06-25T08:42:56.259" v="81" actId="20577"/>
          <ac:spMkLst>
            <pc:docMk/>
            <pc:sldMk cId="1006522462" sldId="256"/>
            <ac:spMk id="2" creationId="{3BDA2807-2C7C-9C44-5D2A-CDF515EE099B}"/>
          </ac:spMkLst>
        </pc:spChg>
        <pc:spChg chg="del mod ord">
          <ac:chgData name="Jack Griffiths" userId="1c57746c-d55f-46ec-a6b0-f12b15460f68" providerId="ADAL" clId="{F8223DC7-19BC-4927-8C02-C4C5C338FE4C}" dt="2024-06-25T08:42:38.458" v="5" actId="478"/>
          <ac:spMkLst>
            <pc:docMk/>
            <pc:sldMk cId="1006522462" sldId="256"/>
            <ac:spMk id="3" creationId="{C2324218-2D8A-540C-CE64-6812965EE2BF}"/>
          </ac:spMkLst>
        </pc:spChg>
      </pc:sldChg>
      <pc:sldChg chg="addSp delSp modSp mod">
        <pc:chgData name="Jack Griffiths" userId="1c57746c-d55f-46ec-a6b0-f12b15460f68" providerId="ADAL" clId="{F8223DC7-19BC-4927-8C02-C4C5C338FE4C}" dt="2024-06-28T12:06:47.759" v="120" actId="14100"/>
        <pc:sldMkLst>
          <pc:docMk/>
          <pc:sldMk cId="285743770" sldId="257"/>
        </pc:sldMkLst>
        <pc:spChg chg="mod">
          <ac:chgData name="Jack Griffiths" userId="1c57746c-d55f-46ec-a6b0-f12b15460f68" providerId="ADAL" clId="{F8223DC7-19BC-4927-8C02-C4C5C338FE4C}" dt="2024-06-25T08:42:32.086" v="3"/>
          <ac:spMkLst>
            <pc:docMk/>
            <pc:sldMk cId="285743770" sldId="257"/>
            <ac:spMk id="2" creationId="{04458A70-0291-54D1-D040-52B973536B2C}"/>
          </ac:spMkLst>
        </pc:spChg>
        <pc:graphicFrameChg chg="mod modGraphic">
          <ac:chgData name="Jack Griffiths" userId="1c57746c-d55f-46ec-a6b0-f12b15460f68" providerId="ADAL" clId="{F8223DC7-19BC-4927-8C02-C4C5C338FE4C}" dt="2024-06-28T12:06:47.759" v="120" actId="14100"/>
          <ac:graphicFrameMkLst>
            <pc:docMk/>
            <pc:sldMk cId="285743770" sldId="257"/>
            <ac:graphicFrameMk id="7" creationId="{2085F5E2-FDE6-033D-9E5F-361A90E0EA18}"/>
          </ac:graphicFrameMkLst>
        </pc:graphicFrameChg>
        <pc:picChg chg="del">
          <ac:chgData name="Jack Griffiths" userId="1c57746c-d55f-46ec-a6b0-f12b15460f68" providerId="ADAL" clId="{F8223DC7-19BC-4927-8C02-C4C5C338FE4C}" dt="2024-06-19T12:04:12.897" v="0" actId="478"/>
          <ac:picMkLst>
            <pc:docMk/>
            <pc:sldMk cId="285743770" sldId="257"/>
            <ac:picMk id="8" creationId="{BF429A5E-D54C-F89F-56C3-550525DB4E26}"/>
          </ac:picMkLst>
        </pc:picChg>
        <pc:picChg chg="add mod">
          <ac:chgData name="Jack Griffiths" userId="1c57746c-d55f-46ec-a6b0-f12b15460f68" providerId="ADAL" clId="{F8223DC7-19BC-4927-8C02-C4C5C338FE4C}" dt="2024-06-19T12:04:16.829" v="2" actId="1076"/>
          <ac:picMkLst>
            <pc:docMk/>
            <pc:sldMk cId="285743770" sldId="257"/>
            <ac:picMk id="10" creationId="{381BC120-8EA2-80AE-E83B-092EDBB222C1}"/>
          </ac:picMkLst>
        </pc:picChg>
      </pc:sldChg>
      <pc:sldChg chg="addSp delSp modSp mod">
        <pc:chgData name="Jack Griffiths" userId="1c57746c-d55f-46ec-a6b0-f12b15460f68" providerId="ADAL" clId="{F8223DC7-19BC-4927-8C02-C4C5C338FE4C}" dt="2024-06-28T12:06:59.539" v="123" actId="1076"/>
        <pc:sldMkLst>
          <pc:docMk/>
          <pc:sldMk cId="2308492581" sldId="258"/>
        </pc:sldMkLst>
        <pc:spChg chg="mod">
          <ac:chgData name="Jack Griffiths" userId="1c57746c-d55f-46ec-a6b0-f12b15460f68" providerId="ADAL" clId="{F8223DC7-19BC-4927-8C02-C4C5C338FE4C}" dt="2024-06-25T08:42:32.086" v="3"/>
          <ac:spMkLst>
            <pc:docMk/>
            <pc:sldMk cId="2308492581" sldId="258"/>
            <ac:spMk id="2" creationId="{04458A70-0291-54D1-D040-52B973536B2C}"/>
          </ac:spMkLst>
        </pc:spChg>
        <pc:spChg chg="mod">
          <ac:chgData name="Jack Griffiths" userId="1c57746c-d55f-46ec-a6b0-f12b15460f68" providerId="ADAL" clId="{F8223DC7-19BC-4927-8C02-C4C5C338FE4C}" dt="2024-06-28T12:06:59.539" v="123" actId="1076"/>
          <ac:spMkLst>
            <pc:docMk/>
            <pc:sldMk cId="2308492581" sldId="258"/>
            <ac:spMk id="3" creationId="{98ABE67F-4605-1122-CA43-5BD4B3C2B5C2}"/>
          </ac:spMkLst>
        </pc:spChg>
        <pc:picChg chg="add del mod">
          <ac:chgData name="Jack Griffiths" userId="1c57746c-d55f-46ec-a6b0-f12b15460f68" providerId="ADAL" clId="{F8223DC7-19BC-4927-8C02-C4C5C338FE4C}" dt="2024-06-28T12:06:51.575" v="121" actId="478"/>
          <ac:picMkLst>
            <pc:docMk/>
            <pc:sldMk cId="2308492581" sldId="258"/>
            <ac:picMk id="4" creationId="{053AFE2A-72FC-9EF0-5CBD-65FDF46CF13A}"/>
          </ac:picMkLst>
        </pc:picChg>
        <pc:picChg chg="add mod">
          <ac:chgData name="Jack Griffiths" userId="1c57746c-d55f-46ec-a6b0-f12b15460f68" providerId="ADAL" clId="{F8223DC7-19BC-4927-8C02-C4C5C338FE4C}" dt="2024-06-28T12:06:51.975" v="122"/>
          <ac:picMkLst>
            <pc:docMk/>
            <pc:sldMk cId="2308492581" sldId="258"/>
            <ac:picMk id="5" creationId="{E116C189-6152-A7EC-F405-25D744416FF9}"/>
          </ac:picMkLst>
        </pc:picChg>
        <pc:picChg chg="del">
          <ac:chgData name="Jack Griffiths" userId="1c57746c-d55f-46ec-a6b0-f12b15460f68" providerId="ADAL" clId="{F8223DC7-19BC-4927-8C02-C4C5C338FE4C}" dt="2024-06-28T12:06:29.638" v="117" actId="21"/>
          <ac:picMkLst>
            <pc:docMk/>
            <pc:sldMk cId="2308492581" sldId="258"/>
            <ac:picMk id="8" creationId="{053AFE2A-72FC-9EF0-5CBD-65FDF46CF13A}"/>
          </ac:picMkLst>
        </pc:picChg>
      </pc:sldChg>
      <pc:sldChg chg="addSp delSp modSp mod">
        <pc:chgData name="Jack Griffiths" userId="1c57746c-d55f-46ec-a6b0-f12b15460f68" providerId="ADAL" clId="{F8223DC7-19BC-4927-8C02-C4C5C338FE4C}" dt="2024-06-28T12:11:21.413" v="307" actId="404"/>
        <pc:sldMkLst>
          <pc:docMk/>
          <pc:sldMk cId="861955314" sldId="259"/>
        </pc:sldMkLst>
        <pc:spChg chg="mod">
          <ac:chgData name="Jack Griffiths" userId="1c57746c-d55f-46ec-a6b0-f12b15460f68" providerId="ADAL" clId="{F8223DC7-19BC-4927-8C02-C4C5C338FE4C}" dt="2024-06-25T08:42:32.086" v="3"/>
          <ac:spMkLst>
            <pc:docMk/>
            <pc:sldMk cId="861955314" sldId="259"/>
            <ac:spMk id="2" creationId="{04458A70-0291-54D1-D040-52B973536B2C}"/>
          </ac:spMkLst>
        </pc:spChg>
        <pc:graphicFrameChg chg="mod modGraphic">
          <ac:chgData name="Jack Griffiths" userId="1c57746c-d55f-46ec-a6b0-f12b15460f68" providerId="ADAL" clId="{F8223DC7-19BC-4927-8C02-C4C5C338FE4C}" dt="2024-06-28T12:11:21.413" v="307" actId="404"/>
          <ac:graphicFrameMkLst>
            <pc:docMk/>
            <pc:sldMk cId="861955314" sldId="259"/>
            <ac:graphicFrameMk id="7" creationId="{2085F5E2-FDE6-033D-9E5F-361A90E0EA18}"/>
          </ac:graphicFrameMkLst>
        </pc:graphicFrameChg>
        <pc:picChg chg="add mod">
          <ac:chgData name="Jack Griffiths" userId="1c57746c-d55f-46ec-a6b0-f12b15460f68" providerId="ADAL" clId="{F8223DC7-19BC-4927-8C02-C4C5C338FE4C}" dt="2024-06-28T12:07:02.863" v="125"/>
          <ac:picMkLst>
            <pc:docMk/>
            <pc:sldMk cId="861955314" sldId="259"/>
            <ac:picMk id="3" creationId="{8236C201-534B-0EF6-592D-7399CF0D7A5F}"/>
          </ac:picMkLst>
        </pc:picChg>
        <pc:picChg chg="del">
          <ac:chgData name="Jack Griffiths" userId="1c57746c-d55f-46ec-a6b0-f12b15460f68" providerId="ADAL" clId="{F8223DC7-19BC-4927-8C02-C4C5C338FE4C}" dt="2024-06-28T12:07:02.409" v="124" actId="478"/>
          <ac:picMkLst>
            <pc:docMk/>
            <pc:sldMk cId="861955314" sldId="259"/>
            <ac:picMk id="6" creationId="{02AC8694-99D9-ED53-FAB5-378DAE349E02}"/>
          </ac:picMkLst>
        </pc:picChg>
      </pc:sldChg>
      <pc:sldChg chg="addSp delSp modSp mod">
        <pc:chgData name="Jack Griffiths" userId="1c57746c-d55f-46ec-a6b0-f12b15460f68" providerId="ADAL" clId="{F8223DC7-19BC-4927-8C02-C4C5C338FE4C}" dt="2024-06-28T12:06:02.065" v="114" actId="20577"/>
        <pc:sldMkLst>
          <pc:docMk/>
          <pc:sldMk cId="2044224033" sldId="260"/>
        </pc:sldMkLst>
        <pc:spChg chg="mod">
          <ac:chgData name="Jack Griffiths" userId="1c57746c-d55f-46ec-a6b0-f12b15460f68" providerId="ADAL" clId="{F8223DC7-19BC-4927-8C02-C4C5C338FE4C}" dt="2024-06-25T08:42:32.086" v="3"/>
          <ac:spMkLst>
            <pc:docMk/>
            <pc:sldMk cId="2044224033" sldId="260"/>
            <ac:spMk id="2" creationId="{04458A70-0291-54D1-D040-52B973536B2C}"/>
          </ac:spMkLst>
        </pc:spChg>
        <pc:graphicFrameChg chg="del">
          <ac:chgData name="Jack Griffiths" userId="1c57746c-d55f-46ec-a6b0-f12b15460f68" providerId="ADAL" clId="{F8223DC7-19BC-4927-8C02-C4C5C338FE4C}" dt="2024-06-28T12:05:04.300" v="83" actId="478"/>
          <ac:graphicFrameMkLst>
            <pc:docMk/>
            <pc:sldMk cId="2044224033" sldId="260"/>
            <ac:graphicFrameMk id="6" creationId="{AD21565D-3679-20F6-9423-A1B5F19086D4}"/>
          </ac:graphicFrameMkLst>
        </pc:graphicFrameChg>
        <pc:graphicFrameChg chg="mod modGraphic">
          <ac:chgData name="Jack Griffiths" userId="1c57746c-d55f-46ec-a6b0-f12b15460f68" providerId="ADAL" clId="{F8223DC7-19BC-4927-8C02-C4C5C338FE4C}" dt="2024-06-28T12:06:02.065" v="114" actId="20577"/>
          <ac:graphicFrameMkLst>
            <pc:docMk/>
            <pc:sldMk cId="2044224033" sldId="260"/>
            <ac:graphicFrameMk id="7" creationId="{2085F5E2-FDE6-033D-9E5F-361A90E0EA18}"/>
          </ac:graphicFrameMkLst>
        </pc:graphicFrameChg>
        <pc:picChg chg="add mod">
          <ac:chgData name="Jack Griffiths" userId="1c57746c-d55f-46ec-a6b0-f12b15460f68" providerId="ADAL" clId="{F8223DC7-19BC-4927-8C02-C4C5C338FE4C}" dt="2024-06-28T12:05:20.243" v="90"/>
          <ac:picMkLst>
            <pc:docMk/>
            <pc:sldMk cId="2044224033" sldId="260"/>
            <ac:picMk id="3" creationId="{34562532-60B8-635F-3D5E-75944CEB5910}"/>
          </ac:picMkLst>
        </pc:picChg>
        <pc:picChg chg="del">
          <ac:chgData name="Jack Griffiths" userId="1c57746c-d55f-46ec-a6b0-f12b15460f68" providerId="ADAL" clId="{F8223DC7-19BC-4927-8C02-C4C5C338FE4C}" dt="2024-06-28T12:05:14.494" v="89" actId="478"/>
          <ac:picMkLst>
            <pc:docMk/>
            <pc:sldMk cId="2044224033" sldId="260"/>
            <ac:picMk id="10" creationId="{9D052B5D-A7D7-133A-403D-CCD84A0FC1F8}"/>
          </ac:picMkLst>
        </pc:picChg>
      </pc:sldChg>
      <pc:sldChg chg="addSp delSp modSp mod">
        <pc:chgData name="Jack Griffiths" userId="1c57746c-d55f-46ec-a6b0-f12b15460f68" providerId="ADAL" clId="{F8223DC7-19BC-4927-8C02-C4C5C338FE4C}" dt="2024-06-28T12:11:47.480" v="311" actId="12"/>
        <pc:sldMkLst>
          <pc:docMk/>
          <pc:sldMk cId="2854068941" sldId="262"/>
        </pc:sldMkLst>
        <pc:spChg chg="mod">
          <ac:chgData name="Jack Griffiths" userId="1c57746c-d55f-46ec-a6b0-f12b15460f68" providerId="ADAL" clId="{F8223DC7-19BC-4927-8C02-C4C5C338FE4C}" dt="2024-06-25T08:42:32.086" v="3"/>
          <ac:spMkLst>
            <pc:docMk/>
            <pc:sldMk cId="2854068941" sldId="262"/>
            <ac:spMk id="2" creationId="{04458A70-0291-54D1-D040-52B973536B2C}"/>
          </ac:spMkLst>
        </pc:spChg>
        <pc:graphicFrameChg chg="del">
          <ac:chgData name="Jack Griffiths" userId="1c57746c-d55f-46ec-a6b0-f12b15460f68" providerId="ADAL" clId="{F8223DC7-19BC-4927-8C02-C4C5C338FE4C}" dt="2024-06-28T12:11:28.942" v="308" actId="478"/>
          <ac:graphicFrameMkLst>
            <pc:docMk/>
            <pc:sldMk cId="2854068941" sldId="262"/>
            <ac:graphicFrameMk id="6" creationId="{AD21565D-3679-20F6-9423-A1B5F19086D4}"/>
          </ac:graphicFrameMkLst>
        </pc:graphicFrameChg>
        <pc:graphicFrameChg chg="mod modGraphic">
          <ac:chgData name="Jack Griffiths" userId="1c57746c-d55f-46ec-a6b0-f12b15460f68" providerId="ADAL" clId="{F8223DC7-19BC-4927-8C02-C4C5C338FE4C}" dt="2024-06-28T12:11:47.480" v="311" actId="12"/>
          <ac:graphicFrameMkLst>
            <pc:docMk/>
            <pc:sldMk cId="2854068941" sldId="262"/>
            <ac:graphicFrameMk id="7" creationId="{2085F5E2-FDE6-033D-9E5F-361A90E0EA18}"/>
          </ac:graphicFrameMkLst>
        </pc:graphicFrameChg>
        <pc:picChg chg="add del mod">
          <ac:chgData name="Jack Griffiths" userId="1c57746c-d55f-46ec-a6b0-f12b15460f68" providerId="ADAL" clId="{F8223DC7-19BC-4927-8C02-C4C5C338FE4C}" dt="2024-06-28T12:06:26.833" v="116" actId="21"/>
          <ac:picMkLst>
            <pc:docMk/>
            <pc:sldMk cId="2854068941" sldId="262"/>
            <ac:picMk id="3" creationId="{9BF7175E-4D23-350F-1F85-CB935DF6135A}"/>
          </ac:picMkLst>
        </pc:picChg>
      </pc:sldChg>
      <pc:sldChg chg="modSp del">
        <pc:chgData name="Jack Griffiths" userId="1c57746c-d55f-46ec-a6b0-f12b15460f68" providerId="ADAL" clId="{F8223DC7-19BC-4927-8C02-C4C5C338FE4C}" dt="2024-06-28T12:11:50.959" v="312" actId="47"/>
        <pc:sldMkLst>
          <pc:docMk/>
          <pc:sldMk cId="2355195635" sldId="263"/>
        </pc:sldMkLst>
        <pc:spChg chg="mod">
          <ac:chgData name="Jack Griffiths" userId="1c57746c-d55f-46ec-a6b0-f12b15460f68" providerId="ADAL" clId="{F8223DC7-19BC-4927-8C02-C4C5C338FE4C}" dt="2024-06-25T08:42:32.086" v="3"/>
          <ac:spMkLst>
            <pc:docMk/>
            <pc:sldMk cId="2355195635" sldId="263"/>
            <ac:spMk id="2" creationId="{04458A70-0291-54D1-D040-52B973536B2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 t="-1000" r="-1000" b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5F0BBC5-2CB4-435A-8386-1362AE2A9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" y="24487"/>
            <a:ext cx="3917629" cy="1458324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CB659DC1-490E-40C3-B040-B4C6EF2E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2" y="4552603"/>
            <a:ext cx="10167538" cy="1027316"/>
          </a:xfrm>
        </p:spPr>
        <p:txBody>
          <a:bodyPr/>
          <a:lstStyle>
            <a:lvl1pPr marL="88900" indent="0" algn="l">
              <a:defRPr b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352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D6B4-8476-435C-ADFF-BBC7739C7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E62D3C"/>
                </a:solidFill>
                <a:latin typeface="+mj-lt"/>
                <a:ea typeface="Roboto" panose="02000000000000000000" pitchFamily="2" charset="0"/>
                <a:cs typeface="Poppins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EFF91-79AE-4CB9-9C14-3CCFDCDFF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E62D3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rgbClr val="E62D3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rgbClr val="E62D3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rgbClr val="E62D3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rgbClr val="E62D3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6DC97D0-AB72-4BAA-925B-C6A743E7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2058FFF-B258-4CB9-81F5-82A456E8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6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6F8F9-D8EC-411A-B16A-FA049E67C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E62D3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9AA89-AAFE-4775-8FDB-A603A6E79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62D3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06F8C-EB17-495D-B6FA-DBD3967B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0E7A7-250C-4B5A-911E-DDAD10BB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F1323-C852-46BA-9B42-13857B46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73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17F2-B711-4691-9BCB-86569224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C93DF-F87D-4E4A-86A4-5F74EA807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99D26-E398-4A5D-BD65-3A98BE9EF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7B711-F1AF-4F9E-B0B1-B3EBBD1C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C1EFB-07CE-440A-B6D3-E889DA58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6D72D-5537-4816-B50F-57277922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90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9B8F-C516-462D-848E-7A4A3C6D1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2CDA3-DFCB-42E3-A394-AC30FFFAB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81273-6ED3-4E6A-9951-4E681AA4A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580CFA-5765-4212-ABFA-3AEC5FCCF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0E01D-F748-4966-B762-D7BC563B0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D37D22-5B42-4500-B076-F6B005DD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1B7F6B-8BAA-4B70-B4DF-391C2C3C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42365-B190-42E8-B284-0A8A7BBE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75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C82C-EB99-45D8-9CB1-FD9BAE3BF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D9E0A-5715-48BD-8DC7-38722A0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16696-0642-413C-BD0B-8F5D0EE1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788A3-B4DD-4CFA-B91A-E234961F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874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C4115-617B-4A99-8909-385FCDEA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1B998-954E-491B-9D3C-4493D247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F9703-97CE-42B2-9654-DA82E164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926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E4139-7221-4F62-9784-61EED1EF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3DBF-7EE5-432F-9CC0-C64FBC832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E4722-0198-4918-8A17-3A189C10A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18E68-104F-4515-9254-5DD85D2B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B571A-1ECC-4431-837F-EE7C967A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B3D51-1B8E-4E93-AE35-02571705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0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7D7E-B25D-47DF-B56D-74ADB4B40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33853-E220-4F9E-98AB-7406695F2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9E0C4-1DB6-4B78-BC18-D7EE57552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9E742-0EED-4C1F-A0A6-765B6EB5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AA19B-EAA8-44F0-8593-B071C4C1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4C852-7401-405A-B6D7-0A1B2E11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28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74B9-5C53-4269-9B8F-0F15785C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1EE67-07AE-462F-A3B4-01128FD42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61C7-8F2A-476C-9BB2-9BC53641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E61BE-A49A-4E77-A3F1-2D7509C4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21F6D-8DE3-49D9-AA38-BB808A17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75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1A4BD-51C2-40C1-BB04-4B7BB595A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7F877-D08B-4F45-B003-29315F8CE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4C921-BBCC-42B6-96D4-EB05F7C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47411-A5D9-4539-898B-77B17E4B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D7F4D-E398-495C-92AD-988E3F6A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979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9FED-826F-2C5E-20FA-EB6793351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B68DA-EA35-1481-7566-EFF17C253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C7E45-FF33-9FE7-9563-53F795F9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E0F1-5F63-6DE2-4C29-2902BD8B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DA373-9D1C-1F92-7A63-73BD3E73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75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A49941-5DB5-460A-959F-30B94C12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9D4AC-0784-4AAC-890F-523903D64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C931C-566B-4F59-850E-BEEAD21E8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BFC0-7D44-41D5-A932-710638756C15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7DF6B-A8EC-42BA-8C80-780FA92E1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11C11-A478-4983-A1CD-658FDB8C0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D6F7-C0AF-4EC5-B851-EAB5FEF93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21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2807-2C7C-9C44-5D2A-CDF515EE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Data Structures – </a:t>
            </a:r>
            <a:r>
              <a:rPr lang="en-GB"/>
              <a:t>2D Arrays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652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8A70-0291-54D1-D040-52B97353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Predict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85F5E2-FDE6-033D-9E5F-361A90E0E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03275"/>
              </p:ext>
            </p:extLst>
          </p:nvPr>
        </p:nvGraphicFramePr>
        <p:xfrm>
          <a:off x="5912110" y="1274236"/>
          <a:ext cx="5441689" cy="501040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41689">
                  <a:extLst>
                    <a:ext uri="{9D8B030D-6E8A-4147-A177-3AD203B41FA5}">
                      <a16:colId xmlns:a16="http://schemas.microsoft.com/office/drawing/2014/main" val="2772996362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r>
                        <a:rPr lang="en-GB" dirty="0"/>
                        <a:t>What do you think this code does?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16158"/>
                  </a:ext>
                </a:extLst>
              </a:tr>
              <a:tr h="4234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You end an ID and then I gives you their score, also gives you students average I think.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3648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81BC120-8EA2-80AE-E83B-092EDBB22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4236"/>
            <a:ext cx="5073911" cy="50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3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8A70-0291-54D1-D040-52B97353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85F5E2-FDE6-033D-9E5F-361A90E0E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461218"/>
              </p:ext>
            </p:extLst>
          </p:nvPr>
        </p:nvGraphicFramePr>
        <p:xfrm>
          <a:off x="6369269" y="1690688"/>
          <a:ext cx="4984531" cy="391969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984531">
                  <a:extLst>
                    <a:ext uri="{9D8B030D-6E8A-4147-A177-3AD203B41FA5}">
                      <a16:colId xmlns:a16="http://schemas.microsoft.com/office/drawing/2014/main" val="2772996362"/>
                    </a:ext>
                  </a:extLst>
                </a:gridCol>
              </a:tblGrid>
              <a:tr h="352449">
                <a:tc>
                  <a:txBody>
                    <a:bodyPr/>
                    <a:lstStyle/>
                    <a:p>
                      <a:r>
                        <a:rPr lang="en-GB" dirty="0"/>
                        <a:t>What does the code do?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16158"/>
                  </a:ext>
                </a:extLst>
              </a:tr>
              <a:tr h="1928718">
                <a:tc>
                  <a:txBody>
                    <a:bodyPr/>
                    <a:lstStyle/>
                    <a:p>
                      <a:r>
                        <a:rPr lang="en-GB" dirty="0"/>
                        <a:t>Asks for the scores </a:t>
                      </a:r>
                      <a:r>
                        <a:rPr lang="en-GB"/>
                        <a:t>of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36483"/>
                  </a:ext>
                </a:extLst>
              </a:tr>
              <a:tr h="352449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Does this match your prediction?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6588"/>
                  </a:ext>
                </a:extLst>
              </a:tr>
              <a:tr h="1259461">
                <a:tc>
                  <a:txBody>
                    <a:bodyPr/>
                    <a:lstStyle/>
                    <a:p>
                      <a:r>
                        <a:rPr lang="en-GB" dirty="0"/>
                        <a:t>Nope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373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8ABE67F-4605-1122-CA43-5BD4B3C2B5C2}"/>
              </a:ext>
            </a:extLst>
          </p:cNvPr>
          <p:cNvSpPr txBox="1"/>
          <p:nvPr/>
        </p:nvSpPr>
        <p:spPr>
          <a:xfrm>
            <a:off x="6232634" y="1074181"/>
            <a:ext cx="5257799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Download the code from </a:t>
            </a:r>
            <a:r>
              <a:rPr lang="en-GB" sz="2000" dirty="0" err="1"/>
              <a:t>Github</a:t>
            </a:r>
            <a:r>
              <a:rPr lang="en-GB" sz="2000" dirty="0"/>
              <a:t> and run it!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6C189-6152-A7EC-F405-25D744416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4236"/>
            <a:ext cx="5073911" cy="50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9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8A70-0291-54D1-D040-52B97353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Investigate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85F5E2-FDE6-033D-9E5F-361A90E0E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7367"/>
              </p:ext>
            </p:extLst>
          </p:nvPr>
        </p:nvGraphicFramePr>
        <p:xfrm>
          <a:off x="5912112" y="1274236"/>
          <a:ext cx="5441688" cy="501040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41688">
                  <a:extLst>
                    <a:ext uri="{9D8B030D-6E8A-4147-A177-3AD203B41FA5}">
                      <a16:colId xmlns:a16="http://schemas.microsoft.com/office/drawing/2014/main" val="2772996362"/>
                    </a:ext>
                  </a:extLst>
                </a:gridCol>
              </a:tblGrid>
              <a:tr h="592317">
                <a:tc>
                  <a:txBody>
                    <a:bodyPr/>
                    <a:lstStyle/>
                    <a:p>
                      <a:r>
                        <a:rPr lang="en-GB" sz="2400" dirty="0"/>
                        <a:t>Investigation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16158"/>
                  </a:ext>
                </a:extLst>
              </a:tr>
              <a:tr h="441809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2400" dirty="0"/>
                        <a:t>What are the names of the variables being used?</a:t>
                      </a:r>
                    </a:p>
                    <a:p>
                      <a:pPr marL="971550" lvl="1" indent="-514350">
                        <a:buFont typeface="+mj-lt"/>
                        <a:buAutoNum type="alphaLcParenR"/>
                      </a:pPr>
                      <a:r>
                        <a:rPr lang="en-GB" sz="2400" dirty="0"/>
                        <a:t>What data types do they hold?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2400" dirty="0"/>
                        <a:t>Annotate lines 4-23 to explain what each line of code does.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2400" dirty="0"/>
                        <a:t>Draw a table that shows the “shape” of the array.</a:t>
                      </a:r>
                    </a:p>
                    <a:p>
                      <a:pPr marL="914400" lvl="1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/>
                        <a:t>Label each cell of the table with how they would be indexed.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3648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236C201-534B-0EF6-592D-7399CF0D7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4236"/>
            <a:ext cx="5073911" cy="50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5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8A70-0291-54D1-D040-52B97353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85F5E2-FDE6-033D-9E5F-361A90E0E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99447"/>
              </p:ext>
            </p:extLst>
          </p:nvPr>
        </p:nvGraphicFramePr>
        <p:xfrm>
          <a:off x="5912111" y="1274236"/>
          <a:ext cx="5354603" cy="501123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354603">
                  <a:extLst>
                    <a:ext uri="{9D8B030D-6E8A-4147-A177-3AD203B41FA5}">
                      <a16:colId xmlns:a16="http://schemas.microsoft.com/office/drawing/2014/main" val="2772996362"/>
                    </a:ext>
                  </a:extLst>
                </a:gridCol>
              </a:tblGrid>
              <a:tr h="334453">
                <a:tc>
                  <a:txBody>
                    <a:bodyPr/>
                    <a:lstStyle/>
                    <a:p>
                      <a:r>
                        <a:rPr lang="en-GB" sz="1600" dirty="0"/>
                        <a:t>Modification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16158"/>
                  </a:ext>
                </a:extLst>
              </a:tr>
              <a:tr h="46759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sz="2400" dirty="0"/>
                        <a:t>Edit the program so that 4 scores are stored. The program should then use a loop to show the user the outputs stated below:</a:t>
                      </a:r>
                      <a:br>
                        <a:rPr lang="en-GB" sz="2400" dirty="0"/>
                      </a:br>
                      <a:endParaRPr lang="en-GB" sz="2400" dirty="0"/>
                    </a:p>
                    <a:p>
                      <a:pPr marL="0" lvl="0" indent="0">
                        <a:buNone/>
                      </a:pPr>
                      <a:r>
                        <a:rPr lang="en-GB" sz="2400" b="1" dirty="0"/>
                        <a:t>Requirements:</a:t>
                      </a:r>
                      <a:endParaRPr lang="en-GB" sz="2400" dirty="0"/>
                    </a:p>
                    <a:p>
                      <a:pPr lvl="0"/>
                      <a:r>
                        <a:rPr lang="en-GB" sz="2400" dirty="0"/>
                        <a:t>The average score for each student is output to the user</a:t>
                      </a:r>
                    </a:p>
                    <a:p>
                      <a:pPr lvl="0"/>
                      <a:r>
                        <a:rPr lang="en-GB" sz="2400" dirty="0"/>
                        <a:t>The program finds and shows:</a:t>
                      </a:r>
                    </a:p>
                    <a:p>
                      <a:pPr lvl="1"/>
                      <a:r>
                        <a:rPr lang="en-GB" sz="2000" dirty="0"/>
                        <a:t>The highest score in the list, and which student achieved it</a:t>
                      </a:r>
                    </a:p>
                    <a:p>
                      <a:pPr lvl="1"/>
                      <a:r>
                        <a:rPr lang="en-GB" sz="2000" dirty="0"/>
                        <a:t>The lowest score in the list, and which student achieved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3648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4562532-60B8-635F-3D5E-75944CEB5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4236"/>
            <a:ext cx="5073911" cy="50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24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8A70-0291-54D1-D040-52B97353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85F5E2-FDE6-033D-9E5F-361A90E0E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344642"/>
              </p:ext>
            </p:extLst>
          </p:nvPr>
        </p:nvGraphicFramePr>
        <p:xfrm>
          <a:off x="838200" y="1350693"/>
          <a:ext cx="10515600" cy="44262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772996362"/>
                    </a:ext>
                  </a:extLst>
                </a:gridCol>
              </a:tblGrid>
              <a:tr h="372380">
                <a:tc>
                  <a:txBody>
                    <a:bodyPr/>
                    <a:lstStyle/>
                    <a:p>
                      <a:r>
                        <a:rPr lang="en-GB" sz="1400" dirty="0"/>
                        <a:t>Make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16158"/>
                  </a:ext>
                </a:extLst>
              </a:tr>
              <a:tr h="3104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2000" dirty="0"/>
                        <a:t>Write a treasure finding game. </a:t>
                      </a:r>
                      <a:br>
                        <a:rPr lang="en-GB" sz="2000" dirty="0"/>
                      </a:br>
                      <a:br>
                        <a:rPr lang="en-GB" sz="2000" dirty="0"/>
                      </a:br>
                      <a:r>
                        <a:rPr lang="en-GB" sz="2000" b="1" dirty="0"/>
                        <a:t>Requirements: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The program should randomly generate an X into a 2D array called map[10][10]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The program should display the whole array  as a grid, filled with hyphens (-’s)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The user should guess coordinates to check e.g. 3,4 (row 3, col 4)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The program should make sure the coordinates are in range (e.g. only 1-10) and get them to be re-entered if not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The program should either display the map array with the X showing in the location (to show the treasure is found) OR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Display a O to show the treasure isn’t there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/>
                        <a:t>The user is allowed to keep guessing until the treasure is found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3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068941"/>
      </p:ext>
    </p:extLst>
  </p:cSld>
  <p:clrMapOvr>
    <a:masterClrMapping/>
  </p:clrMapOvr>
</p:sld>
</file>

<file path=ppt/theme/theme1.xml><?xml version="1.0" encoding="utf-8"?>
<a:theme xmlns:a="http://schemas.openxmlformats.org/drawingml/2006/main" name="BHASVIC Red">
  <a:themeElements>
    <a:clrScheme name="Custom 4">
      <a:dk1>
        <a:srgbClr val="E62D3C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HASVIC">
      <a:majorFont>
        <a:latin typeface="Poppins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HASVIC Red" id="{DEC5B33E-17D8-4865-AB12-459522F2C137}" vid="{FEFD4C35-7AEF-4910-B9ED-A2B62408346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BHASVIC Red</Template>
  <TotalTime>1426</TotalTime>
  <Words>331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Poppins</vt:lpstr>
      <vt:lpstr>Roboto</vt:lpstr>
      <vt:lpstr>BHASVIC Red</vt:lpstr>
      <vt:lpstr>Data Structures – 2D Arrays</vt:lpstr>
      <vt:lpstr>Predict </vt:lpstr>
      <vt:lpstr>Run</vt:lpstr>
      <vt:lpstr>Investigate</vt:lpstr>
      <vt:lpstr>Modify</vt:lpstr>
      <vt:lpstr>Make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C</dc:title>
  <dc:creator>Jack Griffiths</dc:creator>
  <cp:lastModifiedBy>River Chapple</cp:lastModifiedBy>
  <cp:revision>8</cp:revision>
  <dcterms:created xsi:type="dcterms:W3CDTF">2024-06-17T11:16:38Z</dcterms:created>
  <dcterms:modified xsi:type="dcterms:W3CDTF">2025-09-26T08:57:45Z</dcterms:modified>
</cp:coreProperties>
</file>